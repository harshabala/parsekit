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ParseKit Benchmark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notes: compare deck XML bloat to clean Markdown bullets.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